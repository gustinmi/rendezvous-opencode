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3" r:id="rId4"/>
  </p:sldMasterIdLst>
  <p:notesMasterIdLst>
    <p:notesMasterId r:id="rId5"/>
  </p:notesMasterIdLst>
  <p:sldIdLst>
    <p:sldId id="256" r:id="rId6"/>
    <p:sldId id="257" r:id="rId7"/>
    <p:sldId id="258" r:id="rId8"/>
    <p:sldId id="259" r:id="rId9"/>
  </p:sldIdLst>
  <p:sldSz cy="5143500" cx="9144000"/>
  <p:notesSz cx="6858000" cy="9144000"/>
  <p:embeddedFontLst>
    <p:embeddedFont>
      <p:font typeface="Inter"/>
      <p:regular r:id="rId10"/>
      <p:bold r:id="rId11"/>
      <p:italic r:id="rId12"/>
      <p:boldItalic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font" Target="fonts/Inter-bold.fntdata"/><Relationship Id="rId10" Type="http://schemas.openxmlformats.org/officeDocument/2006/relationships/font" Target="fonts/Inter-regular.fntdata"/><Relationship Id="rId13" Type="http://schemas.openxmlformats.org/officeDocument/2006/relationships/font" Target="fonts/Inter-boldItalic.fntdata"/><Relationship Id="rId12" Type="http://schemas.openxmlformats.org/officeDocument/2006/relationships/font" Target="fonts/Inter-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28d2431d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e28d2431d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e28d2431dd_0_3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e28d2431dd_0_3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e28d2431dd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e28d2431dd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e28d2431dd_0_3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8" name="Google Shape;388;g3e28d2431dd_0_3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13" name="Shape 13"/>
        <p:cNvGrpSpPr/>
        <p:nvPr/>
      </p:nvGrpSpPr>
      <p:grpSpPr>
        <a:xfrm>
          <a:off x="0" y="0"/>
          <a:ext cx="0" cy="0"/>
          <a:chOff x="0" y="0"/>
          <a:chExt cx="0" cy="0"/>
        </a:xfrm>
      </p:grpSpPr>
      <p:sp>
        <p:nvSpPr>
          <p:cNvPr id="14" name="Google Shape;14;p2"/>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15" name="Google Shape;15;p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6" name="Google Shape;16;p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1" name="Google Shape;21;p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2" name="Google Shape;22;p3"/>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24" name="Shape 24"/>
        <p:cNvGrpSpPr/>
        <p:nvPr/>
      </p:nvGrpSpPr>
      <p:grpSpPr>
        <a:xfrm>
          <a:off x="0" y="0"/>
          <a:ext cx="0" cy="0"/>
          <a:chOff x="0" y="0"/>
          <a:chExt cx="0" cy="0"/>
        </a:xfrm>
      </p:grpSpPr>
      <p:sp>
        <p:nvSpPr>
          <p:cNvPr id="25" name="Google Shape;25;p4"/>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26" name="Google Shape;26;p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31" name="Google Shape;31;p5"/>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32" name="Google Shape;32;p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34" name="Google Shape;34;p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35"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37" name="Google Shape;37;p6"/>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38" name="Google Shape;38;p6"/>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39" name="Google Shape;39;p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1" name="Google Shape;41;p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42" name="Google Shape;42;p6"/>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43"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46" name="Google Shape;46;p7"/>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47" name="Google Shape;47;p7"/>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48" name="Google Shape;48;p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50" name="Google Shape;50;p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51" name="Shape 51"/>
        <p:cNvGrpSpPr/>
        <p:nvPr/>
      </p:nvGrpSpPr>
      <p:grpSpPr>
        <a:xfrm>
          <a:off x="0" y="0"/>
          <a:ext cx="0" cy="0"/>
          <a:chOff x="0" y="0"/>
          <a:chExt cx="0" cy="0"/>
        </a:xfrm>
      </p:grpSpPr>
      <p:sp>
        <p:nvSpPr>
          <p:cNvPr id="52" name="Google Shape;52;p8"/>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53" name="Google Shape;53;p8"/>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54" name="Google Shape;54;p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58" name="Shape 58"/>
        <p:cNvGrpSpPr/>
        <p:nvPr/>
      </p:nvGrpSpPr>
      <p:grpSpPr>
        <a:xfrm>
          <a:off x="0" y="0"/>
          <a:ext cx="0" cy="0"/>
          <a:chOff x="0" y="0"/>
          <a:chExt cx="0" cy="0"/>
        </a:xfrm>
      </p:grpSpPr>
      <p:sp>
        <p:nvSpPr>
          <p:cNvPr id="59" name="Google Shape;59;p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9"/>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61" name="Google Shape;61;p9"/>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62" name="Shape 62"/>
        <p:cNvGrpSpPr/>
        <p:nvPr/>
      </p:nvGrpSpPr>
      <p:grpSpPr>
        <a:xfrm>
          <a:off x="0" y="0"/>
          <a:ext cx="0" cy="0"/>
          <a:chOff x="0" y="0"/>
          <a:chExt cx="0" cy="0"/>
        </a:xfrm>
      </p:grpSpPr>
      <p:sp>
        <p:nvSpPr>
          <p:cNvPr id="63" name="Google Shape;63;p10"/>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64" name="Google Shape;64;p10"/>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6" name="Google Shape;66;p1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67" name="Google Shape;67;p10"/>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68" name="Google Shape;68;p10"/>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69" name="Google Shape;69;p10"/>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0" name="Google Shape;70;p10"/>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1" name="Google Shape;71;p10"/>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2" name="Google Shape;72;p10"/>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73" name="Google Shape;73;p10"/>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74" name="Google Shape;74;p10"/>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75" name="Shape 75"/>
        <p:cNvGrpSpPr/>
        <p:nvPr/>
      </p:nvGrpSpPr>
      <p:grpSpPr>
        <a:xfrm>
          <a:off x="0" y="0"/>
          <a:ext cx="0" cy="0"/>
          <a:chOff x="0" y="0"/>
          <a:chExt cx="0" cy="0"/>
        </a:xfrm>
      </p:grpSpPr>
      <p:sp>
        <p:nvSpPr>
          <p:cNvPr id="76" name="Google Shape;76;p11"/>
          <p:cNvSpPr/>
          <p:nvPr>
            <p:ph idx="2" type="pic"/>
          </p:nvPr>
        </p:nvSpPr>
        <p:spPr>
          <a:xfrm>
            <a:off x="283850" y="2178075"/>
            <a:ext cx="4227600" cy="2505600"/>
          </a:xfrm>
          <a:prstGeom prst="rect">
            <a:avLst/>
          </a:prstGeom>
          <a:noFill/>
          <a:ln>
            <a:noFill/>
          </a:ln>
        </p:spPr>
      </p:sp>
      <p:sp>
        <p:nvSpPr>
          <p:cNvPr id="77" name="Google Shape;77;p1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1"/>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0" name="Google Shape;80;p11"/>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1" name="Google Shape;81;p11"/>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82" name="Google Shape;82;p11"/>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83" name="Shape 83"/>
        <p:cNvGrpSpPr/>
        <p:nvPr/>
      </p:nvGrpSpPr>
      <p:grpSpPr>
        <a:xfrm>
          <a:off x="0" y="0"/>
          <a:ext cx="0" cy="0"/>
          <a:chOff x="0" y="0"/>
          <a:chExt cx="0" cy="0"/>
        </a:xfrm>
      </p:grpSpPr>
      <p:sp>
        <p:nvSpPr>
          <p:cNvPr id="84" name="Google Shape;84;p12"/>
          <p:cNvSpPr/>
          <p:nvPr>
            <p:ph idx="2" type="pic"/>
          </p:nvPr>
        </p:nvSpPr>
        <p:spPr>
          <a:xfrm>
            <a:off x="4629750" y="0"/>
            <a:ext cx="4227000" cy="4683600"/>
          </a:xfrm>
          <a:prstGeom prst="roundRect">
            <a:avLst>
              <a:gd fmla="val 0" name="adj"/>
            </a:avLst>
          </a:prstGeom>
          <a:noFill/>
          <a:ln>
            <a:noFill/>
          </a:ln>
        </p:spPr>
      </p:sp>
      <p:sp>
        <p:nvSpPr>
          <p:cNvPr id="85" name="Google Shape;85;p1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6" name="Google Shape;86;p12"/>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87" name="Google Shape;87;p12"/>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88" name="Google Shape;88;p1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89" name="Google Shape;89;p1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90" name="Shape 90"/>
        <p:cNvGrpSpPr/>
        <p:nvPr/>
      </p:nvGrpSpPr>
      <p:grpSpPr>
        <a:xfrm>
          <a:off x="0" y="0"/>
          <a:ext cx="0" cy="0"/>
          <a:chOff x="0" y="0"/>
          <a:chExt cx="0" cy="0"/>
        </a:xfrm>
      </p:grpSpPr>
      <p:sp>
        <p:nvSpPr>
          <p:cNvPr id="91" name="Google Shape;91;p13"/>
          <p:cNvSpPr/>
          <p:nvPr>
            <p:ph idx="2" type="pic"/>
          </p:nvPr>
        </p:nvSpPr>
        <p:spPr>
          <a:xfrm>
            <a:off x="270275" y="3132475"/>
            <a:ext cx="2770500" cy="1551000"/>
          </a:xfrm>
          <a:prstGeom prst="roundRect">
            <a:avLst>
              <a:gd fmla="val 0" name="adj"/>
            </a:avLst>
          </a:prstGeom>
          <a:noFill/>
          <a:ln>
            <a:noFill/>
          </a:ln>
        </p:spPr>
      </p:sp>
      <p:sp>
        <p:nvSpPr>
          <p:cNvPr id="92" name="Google Shape;92;p1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3" name="Google Shape;93;p13"/>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94" name="Google Shape;94;p13"/>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95" name="Google Shape;95;p13"/>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6" name="Google Shape;96;p13"/>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97" name="Google Shape;97;p13"/>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98" name="Shape 98"/>
        <p:cNvGrpSpPr/>
        <p:nvPr/>
      </p:nvGrpSpPr>
      <p:grpSpPr>
        <a:xfrm>
          <a:off x="0" y="0"/>
          <a:ext cx="0" cy="0"/>
          <a:chOff x="0" y="0"/>
          <a:chExt cx="0" cy="0"/>
        </a:xfrm>
      </p:grpSpPr>
      <p:sp>
        <p:nvSpPr>
          <p:cNvPr id="99" name="Google Shape;99;p14"/>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0" name="Google Shape;100;p14"/>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01" name="Google Shape;101;p14"/>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02" name="Google Shape;102;p14"/>
          <p:cNvSpPr/>
          <p:nvPr>
            <p:ph idx="3" type="pic"/>
          </p:nvPr>
        </p:nvSpPr>
        <p:spPr>
          <a:xfrm>
            <a:off x="283850" y="0"/>
            <a:ext cx="4227000" cy="4683600"/>
          </a:xfrm>
          <a:prstGeom prst="roundRect">
            <a:avLst>
              <a:gd fmla="val 0" name="adj"/>
            </a:avLst>
          </a:prstGeom>
          <a:noFill/>
          <a:ln>
            <a:noFill/>
          </a:ln>
        </p:spPr>
      </p:sp>
      <p:sp>
        <p:nvSpPr>
          <p:cNvPr id="103" name="Google Shape;103;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4"/>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05" name="Google Shape;105;p14"/>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06" name="Shape 106"/>
        <p:cNvGrpSpPr/>
        <p:nvPr/>
      </p:nvGrpSpPr>
      <p:grpSpPr>
        <a:xfrm>
          <a:off x="0" y="0"/>
          <a:ext cx="0" cy="0"/>
          <a:chOff x="0" y="0"/>
          <a:chExt cx="0" cy="0"/>
        </a:xfrm>
      </p:grpSpPr>
      <p:sp>
        <p:nvSpPr>
          <p:cNvPr id="107" name="Google Shape;107;p1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15"/>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09" name="Google Shape;109;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0" name="Google Shape;110;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15"/>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12" name="Google Shape;112;p15"/>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3" name="Google Shape;113;p15"/>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14" name="Google Shape;114;p15"/>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5" name="Google Shape;115;p15"/>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6" name="Google Shape;116;p15"/>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7" name="Google Shape;117;p15"/>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18" name="Google Shape;118;p15"/>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9" name="Google Shape;119;p15"/>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20" name="Shape 120"/>
        <p:cNvGrpSpPr/>
        <p:nvPr/>
      </p:nvGrpSpPr>
      <p:grpSpPr>
        <a:xfrm>
          <a:off x="0" y="0"/>
          <a:ext cx="0" cy="0"/>
          <a:chOff x="0" y="0"/>
          <a:chExt cx="0" cy="0"/>
        </a:xfrm>
      </p:grpSpPr>
      <p:sp>
        <p:nvSpPr>
          <p:cNvPr id="121" name="Google Shape;121;p16"/>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2" name="Google Shape;122;p16"/>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3" name="Google Shape;123;p16"/>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24" name="Google Shape;124;p16"/>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25" name="Google Shape;125;p16"/>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6" name="Google Shape;126;p1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7" name="Google Shape;127;p16"/>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8" name="Google Shape;128;p16"/>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9" name="Google Shape;129;p16"/>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0" name="Google Shape;130;p1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1" name="Google Shape;131;p16"/>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32" name="Google Shape;132;p16"/>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33" name="Google Shape;133;p16"/>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34" name="Shape 134"/>
        <p:cNvGrpSpPr/>
        <p:nvPr/>
      </p:nvGrpSpPr>
      <p:grpSpPr>
        <a:xfrm>
          <a:off x="0" y="0"/>
          <a:ext cx="0" cy="0"/>
          <a:chOff x="0" y="0"/>
          <a:chExt cx="0" cy="0"/>
        </a:xfrm>
      </p:grpSpPr>
      <p:sp>
        <p:nvSpPr>
          <p:cNvPr id="135" name="Google Shape;135;p17"/>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6" name="Google Shape;136;p17"/>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7" name="Google Shape;137;p17"/>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38" name="Google Shape;138;p17"/>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39" name="Google Shape;139;p17"/>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0" name="Google Shape;140;p1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1" name="Google Shape;141;p17"/>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2" name="Google Shape;142;p17"/>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43" name="Google Shape;143;p17"/>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4" name="Google Shape;144;p17"/>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45" name="Shape 145"/>
        <p:cNvGrpSpPr/>
        <p:nvPr/>
      </p:nvGrpSpPr>
      <p:grpSpPr>
        <a:xfrm>
          <a:off x="0" y="0"/>
          <a:ext cx="0" cy="0"/>
          <a:chOff x="0" y="0"/>
          <a:chExt cx="0" cy="0"/>
        </a:xfrm>
      </p:grpSpPr>
      <p:sp>
        <p:nvSpPr>
          <p:cNvPr id="146" name="Google Shape;146;p1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47" name="Google Shape;147;p18"/>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48" name="Google Shape;148;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9" name="Google Shape;149;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18"/>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1" name="Google Shape;151;p18"/>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2" name="Google Shape;152;p18"/>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53" name="Shape 153"/>
        <p:cNvGrpSpPr/>
        <p:nvPr/>
      </p:nvGrpSpPr>
      <p:grpSpPr>
        <a:xfrm>
          <a:off x="0" y="0"/>
          <a:ext cx="0" cy="0"/>
          <a:chOff x="0" y="0"/>
          <a:chExt cx="0" cy="0"/>
        </a:xfrm>
      </p:grpSpPr>
      <p:sp>
        <p:nvSpPr>
          <p:cNvPr id="154" name="Google Shape;154;p19"/>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5" name="Google Shape;155;p19"/>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6" name="Google Shape;156;p19"/>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57" name="Google Shape;157;p19"/>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158" name="Google Shape;158;p19"/>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19"/>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0" name="Google Shape;160;p19"/>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1" name="Google Shape;161;p19"/>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2" name="Google Shape;162;p19"/>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163" name="Google Shape;163;p1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164" name="Shape 164"/>
        <p:cNvGrpSpPr/>
        <p:nvPr/>
      </p:nvGrpSpPr>
      <p:grpSpPr>
        <a:xfrm>
          <a:off x="0" y="0"/>
          <a:ext cx="0" cy="0"/>
          <a:chOff x="0" y="0"/>
          <a:chExt cx="0" cy="0"/>
        </a:xfrm>
      </p:grpSpPr>
      <p:sp>
        <p:nvSpPr>
          <p:cNvPr id="165" name="Google Shape;165;p20"/>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66" name="Google Shape;166;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0"/>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68" name="Google Shape;168;p20"/>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9" name="Google Shape;169;p20"/>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0" name="Google Shape;170;p20"/>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1" name="Google Shape;171;p20"/>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2" name="Google Shape;172;p20"/>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3" name="Google Shape;173;p20"/>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174" name="Google Shape;174;p20"/>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5" name="Google Shape;175;p20"/>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176" name="Shape 176"/>
        <p:cNvGrpSpPr/>
        <p:nvPr/>
      </p:nvGrpSpPr>
      <p:grpSpPr>
        <a:xfrm>
          <a:off x="0" y="0"/>
          <a:ext cx="0" cy="0"/>
          <a:chOff x="0" y="0"/>
          <a:chExt cx="0" cy="0"/>
        </a:xfrm>
      </p:grpSpPr>
      <p:sp>
        <p:nvSpPr>
          <p:cNvPr id="177" name="Google Shape;177;p21"/>
          <p:cNvSpPr/>
          <p:nvPr>
            <p:ph idx="2" type="pic"/>
          </p:nvPr>
        </p:nvSpPr>
        <p:spPr>
          <a:xfrm>
            <a:off x="4629750" y="286075"/>
            <a:ext cx="1257900" cy="1261500"/>
          </a:xfrm>
          <a:prstGeom prst="rect">
            <a:avLst/>
          </a:prstGeom>
          <a:noFill/>
          <a:ln>
            <a:noFill/>
          </a:ln>
        </p:spPr>
      </p:sp>
      <p:sp>
        <p:nvSpPr>
          <p:cNvPr id="178" name="Google Shape;178;p21"/>
          <p:cNvSpPr/>
          <p:nvPr>
            <p:ph idx="3" type="pic"/>
          </p:nvPr>
        </p:nvSpPr>
        <p:spPr>
          <a:xfrm>
            <a:off x="6111800" y="286075"/>
            <a:ext cx="1257900" cy="1261500"/>
          </a:xfrm>
          <a:prstGeom prst="rect">
            <a:avLst/>
          </a:prstGeom>
          <a:noFill/>
          <a:ln>
            <a:noFill/>
          </a:ln>
        </p:spPr>
      </p:sp>
      <p:sp>
        <p:nvSpPr>
          <p:cNvPr id="179" name="Google Shape;179;p21"/>
          <p:cNvSpPr/>
          <p:nvPr>
            <p:ph idx="4" type="pic"/>
          </p:nvPr>
        </p:nvSpPr>
        <p:spPr>
          <a:xfrm>
            <a:off x="7593850" y="286075"/>
            <a:ext cx="1257900" cy="1261500"/>
          </a:xfrm>
          <a:prstGeom prst="rect">
            <a:avLst/>
          </a:prstGeom>
          <a:noFill/>
          <a:ln>
            <a:noFill/>
          </a:ln>
        </p:spPr>
      </p:sp>
      <p:sp>
        <p:nvSpPr>
          <p:cNvPr id="180" name="Google Shape;180;p21"/>
          <p:cNvSpPr/>
          <p:nvPr>
            <p:ph idx="5" type="pic"/>
          </p:nvPr>
        </p:nvSpPr>
        <p:spPr>
          <a:xfrm>
            <a:off x="4629750" y="2634475"/>
            <a:ext cx="1257900" cy="1261500"/>
          </a:xfrm>
          <a:prstGeom prst="rect">
            <a:avLst/>
          </a:prstGeom>
          <a:noFill/>
          <a:ln>
            <a:noFill/>
          </a:ln>
        </p:spPr>
      </p:sp>
      <p:sp>
        <p:nvSpPr>
          <p:cNvPr id="181" name="Google Shape;181;p21"/>
          <p:cNvSpPr/>
          <p:nvPr>
            <p:ph idx="6" type="pic"/>
          </p:nvPr>
        </p:nvSpPr>
        <p:spPr>
          <a:xfrm>
            <a:off x="6111800" y="2634475"/>
            <a:ext cx="1257900" cy="1261500"/>
          </a:xfrm>
          <a:prstGeom prst="rect">
            <a:avLst/>
          </a:prstGeom>
          <a:noFill/>
          <a:ln>
            <a:noFill/>
          </a:ln>
        </p:spPr>
      </p:sp>
      <p:sp>
        <p:nvSpPr>
          <p:cNvPr id="182" name="Google Shape;182;p21"/>
          <p:cNvSpPr/>
          <p:nvPr>
            <p:ph idx="7" type="pic"/>
          </p:nvPr>
        </p:nvSpPr>
        <p:spPr>
          <a:xfrm>
            <a:off x="7593850" y="2634475"/>
            <a:ext cx="1257900" cy="1261500"/>
          </a:xfrm>
          <a:prstGeom prst="rect">
            <a:avLst/>
          </a:prstGeom>
          <a:noFill/>
          <a:ln>
            <a:noFill/>
          </a:ln>
        </p:spPr>
      </p:sp>
      <p:sp>
        <p:nvSpPr>
          <p:cNvPr id="183" name="Google Shape;183;p21"/>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4" name="Google Shape;184;p21"/>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5" name="Google Shape;18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6" name="Google Shape;186;p21"/>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7" name="Google Shape;187;p21"/>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188" name="Google Shape;188;p21"/>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89" name="Google Shape;189;p21"/>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0" name="Google Shape;190;p21"/>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1" name="Google Shape;191;p21"/>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2" name="Google Shape;192;p21"/>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3" name="Google Shape;193;p21"/>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194" name="Shape 194"/>
        <p:cNvGrpSpPr/>
        <p:nvPr/>
      </p:nvGrpSpPr>
      <p:grpSpPr>
        <a:xfrm>
          <a:off x="0" y="0"/>
          <a:ext cx="0" cy="0"/>
          <a:chOff x="0" y="0"/>
          <a:chExt cx="0" cy="0"/>
        </a:xfrm>
      </p:grpSpPr>
      <p:sp>
        <p:nvSpPr>
          <p:cNvPr id="195" name="Google Shape;195;p22"/>
          <p:cNvSpPr/>
          <p:nvPr>
            <p:ph idx="2" type="pic"/>
          </p:nvPr>
        </p:nvSpPr>
        <p:spPr>
          <a:xfrm>
            <a:off x="2456700" y="373175"/>
            <a:ext cx="1515000" cy="1616700"/>
          </a:xfrm>
          <a:prstGeom prst="rect">
            <a:avLst/>
          </a:prstGeom>
          <a:noFill/>
          <a:ln>
            <a:noFill/>
          </a:ln>
        </p:spPr>
      </p:sp>
      <p:sp>
        <p:nvSpPr>
          <p:cNvPr id="196" name="Google Shape;196;p22"/>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197" name="Google Shape;197;p22"/>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198" name="Google Shape;198;p22"/>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199" name="Google Shape;199;p22"/>
          <p:cNvSpPr/>
          <p:nvPr>
            <p:ph idx="4" type="pic"/>
          </p:nvPr>
        </p:nvSpPr>
        <p:spPr>
          <a:xfrm>
            <a:off x="4084738" y="373175"/>
            <a:ext cx="1515000" cy="1616700"/>
          </a:xfrm>
          <a:prstGeom prst="rect">
            <a:avLst/>
          </a:prstGeom>
          <a:noFill/>
          <a:ln>
            <a:noFill/>
          </a:ln>
        </p:spPr>
      </p:sp>
      <p:sp>
        <p:nvSpPr>
          <p:cNvPr id="200" name="Google Shape;200;p22"/>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1" name="Google Shape;201;p22"/>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2" name="Google Shape;202;p22"/>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3" name="Google Shape;203;p22"/>
          <p:cNvSpPr/>
          <p:nvPr>
            <p:ph idx="8" type="pic"/>
          </p:nvPr>
        </p:nvSpPr>
        <p:spPr>
          <a:xfrm>
            <a:off x="5713225" y="373175"/>
            <a:ext cx="1515000" cy="1616700"/>
          </a:xfrm>
          <a:prstGeom prst="rect">
            <a:avLst/>
          </a:prstGeom>
          <a:noFill/>
          <a:ln>
            <a:noFill/>
          </a:ln>
        </p:spPr>
      </p:sp>
      <p:sp>
        <p:nvSpPr>
          <p:cNvPr id="204" name="Google Shape;204;p22"/>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5" name="Google Shape;205;p22"/>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06" name="Google Shape;206;p22"/>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07" name="Google Shape;207;p22"/>
          <p:cNvSpPr/>
          <p:nvPr>
            <p:ph idx="15" type="pic"/>
          </p:nvPr>
        </p:nvSpPr>
        <p:spPr>
          <a:xfrm>
            <a:off x="7341950" y="373175"/>
            <a:ext cx="1515000" cy="1616700"/>
          </a:xfrm>
          <a:prstGeom prst="rect">
            <a:avLst/>
          </a:prstGeom>
          <a:noFill/>
          <a:ln>
            <a:noFill/>
          </a:ln>
        </p:spPr>
      </p:sp>
      <p:sp>
        <p:nvSpPr>
          <p:cNvPr id="208" name="Google Shape;208;p22"/>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09" name="Google Shape;209;p22"/>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10" name="Google Shape;210;p22"/>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11" name="Google Shape;211;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22"/>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p22"/>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4" name="Google Shape;214;p22"/>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15" name="Shape 215"/>
        <p:cNvGrpSpPr/>
        <p:nvPr/>
      </p:nvGrpSpPr>
      <p:grpSpPr>
        <a:xfrm>
          <a:off x="0" y="0"/>
          <a:ext cx="0" cy="0"/>
          <a:chOff x="0" y="0"/>
          <a:chExt cx="0" cy="0"/>
        </a:xfrm>
      </p:grpSpPr>
      <p:sp>
        <p:nvSpPr>
          <p:cNvPr id="216" name="Google Shape;216;p23"/>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7" name="Google Shape;217;p23"/>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18" name="Google Shape;218;p23"/>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19" name="Google Shape;219;p23"/>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0" name="Google Shape;220;p23"/>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1" name="Google Shape;221;p23"/>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2" name="Google Shape;222;p23"/>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3" name="Google Shape;223;p23"/>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4" name="Google Shape;224;p23"/>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5" name="Google Shape;225;p23"/>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6" name="Google Shape;226;p23"/>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27" name="Google Shape;227;p23"/>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28" name="Google Shape;228;p2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23"/>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30" name="Google Shape;230;p23"/>
          <p:cNvSpPr/>
          <p:nvPr>
            <p:ph idx="16" type="pic"/>
          </p:nvPr>
        </p:nvSpPr>
        <p:spPr>
          <a:xfrm>
            <a:off x="290325" y="1862825"/>
            <a:ext cx="663000" cy="1271100"/>
          </a:xfrm>
          <a:prstGeom prst="rect">
            <a:avLst/>
          </a:prstGeom>
          <a:noFill/>
          <a:ln>
            <a:noFill/>
          </a:ln>
        </p:spPr>
      </p:sp>
      <p:sp>
        <p:nvSpPr>
          <p:cNvPr id="231" name="Google Shape;231;p23"/>
          <p:cNvSpPr/>
          <p:nvPr>
            <p:ph idx="17" type="pic"/>
          </p:nvPr>
        </p:nvSpPr>
        <p:spPr>
          <a:xfrm>
            <a:off x="290325" y="3407525"/>
            <a:ext cx="663000" cy="1271100"/>
          </a:xfrm>
          <a:prstGeom prst="rect">
            <a:avLst/>
          </a:prstGeom>
          <a:noFill/>
          <a:ln>
            <a:noFill/>
          </a:ln>
        </p:spPr>
      </p:sp>
      <p:sp>
        <p:nvSpPr>
          <p:cNvPr id="232" name="Google Shape;232;p23"/>
          <p:cNvSpPr/>
          <p:nvPr>
            <p:ph idx="18" type="pic"/>
          </p:nvPr>
        </p:nvSpPr>
        <p:spPr>
          <a:xfrm>
            <a:off x="3191325" y="1862825"/>
            <a:ext cx="663000" cy="1271100"/>
          </a:xfrm>
          <a:prstGeom prst="rect">
            <a:avLst/>
          </a:prstGeom>
          <a:noFill/>
          <a:ln>
            <a:noFill/>
          </a:ln>
        </p:spPr>
      </p:sp>
      <p:sp>
        <p:nvSpPr>
          <p:cNvPr id="233" name="Google Shape;233;p23"/>
          <p:cNvSpPr/>
          <p:nvPr>
            <p:ph idx="19" type="pic"/>
          </p:nvPr>
        </p:nvSpPr>
        <p:spPr>
          <a:xfrm>
            <a:off x="3191325" y="3407525"/>
            <a:ext cx="663000" cy="1271100"/>
          </a:xfrm>
          <a:prstGeom prst="rect">
            <a:avLst/>
          </a:prstGeom>
          <a:noFill/>
          <a:ln>
            <a:noFill/>
          </a:ln>
        </p:spPr>
      </p:sp>
      <p:sp>
        <p:nvSpPr>
          <p:cNvPr id="234" name="Google Shape;234;p23"/>
          <p:cNvSpPr/>
          <p:nvPr>
            <p:ph idx="20" type="pic"/>
          </p:nvPr>
        </p:nvSpPr>
        <p:spPr>
          <a:xfrm>
            <a:off x="6092325" y="1862825"/>
            <a:ext cx="663000" cy="1271100"/>
          </a:xfrm>
          <a:prstGeom prst="rect">
            <a:avLst/>
          </a:prstGeom>
          <a:noFill/>
          <a:ln>
            <a:noFill/>
          </a:ln>
        </p:spPr>
      </p:sp>
      <p:sp>
        <p:nvSpPr>
          <p:cNvPr id="235" name="Google Shape;235;p23"/>
          <p:cNvSpPr/>
          <p:nvPr>
            <p:ph idx="21" type="pic"/>
          </p:nvPr>
        </p:nvSpPr>
        <p:spPr>
          <a:xfrm>
            <a:off x="6092325" y="3407525"/>
            <a:ext cx="663000" cy="1271100"/>
          </a:xfrm>
          <a:prstGeom prst="rect">
            <a:avLst/>
          </a:prstGeom>
          <a:noFill/>
          <a:ln>
            <a:noFill/>
          </a:ln>
        </p:spPr>
      </p:sp>
      <p:sp>
        <p:nvSpPr>
          <p:cNvPr id="236" name="Google Shape;236;p23"/>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7" name="Google Shape;237;p23"/>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38" name="Shape 238"/>
        <p:cNvGrpSpPr/>
        <p:nvPr/>
      </p:nvGrpSpPr>
      <p:grpSpPr>
        <a:xfrm>
          <a:off x="0" y="0"/>
          <a:ext cx="0" cy="0"/>
          <a:chOff x="0" y="0"/>
          <a:chExt cx="0" cy="0"/>
        </a:xfrm>
      </p:grpSpPr>
      <p:sp>
        <p:nvSpPr>
          <p:cNvPr id="239" name="Google Shape;239;p24"/>
          <p:cNvSpPr/>
          <p:nvPr>
            <p:ph idx="2" type="pic"/>
          </p:nvPr>
        </p:nvSpPr>
        <p:spPr>
          <a:xfrm>
            <a:off x="3186000" y="3242875"/>
            <a:ext cx="2798100" cy="1440600"/>
          </a:xfrm>
          <a:prstGeom prst="rect">
            <a:avLst/>
          </a:prstGeom>
          <a:noFill/>
          <a:ln>
            <a:noFill/>
          </a:ln>
        </p:spPr>
      </p:sp>
      <p:sp>
        <p:nvSpPr>
          <p:cNvPr id="240" name="Google Shape;240;p24"/>
          <p:cNvSpPr/>
          <p:nvPr>
            <p:ph idx="3" type="pic"/>
          </p:nvPr>
        </p:nvSpPr>
        <p:spPr>
          <a:xfrm>
            <a:off x="5984100" y="3242875"/>
            <a:ext cx="1440600" cy="1440600"/>
          </a:xfrm>
          <a:prstGeom prst="rect">
            <a:avLst/>
          </a:prstGeom>
          <a:noFill/>
          <a:ln>
            <a:noFill/>
          </a:ln>
        </p:spPr>
      </p:sp>
      <p:sp>
        <p:nvSpPr>
          <p:cNvPr id="241" name="Google Shape;241;p24"/>
          <p:cNvSpPr/>
          <p:nvPr>
            <p:ph idx="4" type="pic"/>
          </p:nvPr>
        </p:nvSpPr>
        <p:spPr>
          <a:xfrm>
            <a:off x="7412150" y="1440350"/>
            <a:ext cx="1441500" cy="3243000"/>
          </a:xfrm>
          <a:prstGeom prst="rect">
            <a:avLst/>
          </a:prstGeom>
          <a:noFill/>
          <a:ln>
            <a:noFill/>
          </a:ln>
        </p:spPr>
      </p:sp>
      <p:sp>
        <p:nvSpPr>
          <p:cNvPr id="242" name="Google Shape;242;p24"/>
          <p:cNvSpPr/>
          <p:nvPr>
            <p:ph idx="5" type="pic"/>
          </p:nvPr>
        </p:nvSpPr>
        <p:spPr>
          <a:xfrm>
            <a:off x="7412150" y="0"/>
            <a:ext cx="1441500" cy="1440600"/>
          </a:xfrm>
          <a:prstGeom prst="rect">
            <a:avLst/>
          </a:prstGeom>
          <a:noFill/>
          <a:ln>
            <a:noFill/>
          </a:ln>
        </p:spPr>
      </p:sp>
      <p:sp>
        <p:nvSpPr>
          <p:cNvPr id="243" name="Google Shape;243;p24"/>
          <p:cNvSpPr/>
          <p:nvPr>
            <p:ph idx="6" type="pic"/>
          </p:nvPr>
        </p:nvSpPr>
        <p:spPr>
          <a:xfrm>
            <a:off x="3184850" y="0"/>
            <a:ext cx="4227300" cy="3243000"/>
          </a:xfrm>
          <a:prstGeom prst="rect">
            <a:avLst/>
          </a:prstGeom>
          <a:noFill/>
          <a:ln>
            <a:noFill/>
          </a:ln>
        </p:spPr>
      </p:sp>
      <p:sp>
        <p:nvSpPr>
          <p:cNvPr id="244" name="Google Shape;244;p2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5" name="Google Shape;245;p24"/>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46" name="Google Shape;246;p24"/>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7" name="Google Shape;247;p24"/>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48" name="Google Shape;248;p24"/>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49" name="Google Shape;249;p24"/>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50" name="Shape 250"/>
        <p:cNvGrpSpPr/>
        <p:nvPr/>
      </p:nvGrpSpPr>
      <p:grpSpPr>
        <a:xfrm>
          <a:off x="0" y="0"/>
          <a:ext cx="0" cy="0"/>
          <a:chOff x="0" y="0"/>
          <a:chExt cx="0" cy="0"/>
        </a:xfrm>
      </p:grpSpPr>
      <p:sp>
        <p:nvSpPr>
          <p:cNvPr id="251" name="Google Shape;251;p25"/>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52" name="Google Shape;252;p25"/>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53" name="Google Shape;253;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4" name="Google Shape;254;p2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5" name="Google Shape;255;p2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25"/>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57" name="Shape 257"/>
        <p:cNvGrpSpPr/>
        <p:nvPr/>
      </p:nvGrpSpPr>
      <p:grpSpPr>
        <a:xfrm>
          <a:off x="0" y="0"/>
          <a:ext cx="0" cy="0"/>
          <a:chOff x="0" y="0"/>
          <a:chExt cx="0" cy="0"/>
        </a:xfrm>
      </p:grpSpPr>
      <p:sp>
        <p:nvSpPr>
          <p:cNvPr id="258" name="Google Shape;258;p26"/>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259" name="Google Shape;259;p2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260" name="Shape 260"/>
        <p:cNvGrpSpPr/>
        <p:nvPr/>
      </p:nvGrpSpPr>
      <p:grpSpPr>
        <a:xfrm>
          <a:off x="0" y="0"/>
          <a:ext cx="0" cy="0"/>
          <a:chOff x="0" y="0"/>
          <a:chExt cx="0" cy="0"/>
        </a:xfrm>
      </p:grpSpPr>
      <p:sp>
        <p:nvSpPr>
          <p:cNvPr id="261" name="Google Shape;261;p27"/>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262" name="Shape 262"/>
        <p:cNvGrpSpPr/>
        <p:nvPr/>
      </p:nvGrpSpPr>
      <p:grpSpPr>
        <a:xfrm>
          <a:off x="0" y="0"/>
          <a:ext cx="0" cy="0"/>
          <a:chOff x="0" y="0"/>
          <a:chExt cx="0" cy="0"/>
        </a:xfrm>
      </p:grpSpPr>
      <p:sp>
        <p:nvSpPr>
          <p:cNvPr id="263" name="Google Shape;263;p2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2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265" name="Shape 265"/>
        <p:cNvGrpSpPr/>
        <p:nvPr/>
      </p:nvGrpSpPr>
      <p:grpSpPr>
        <a:xfrm>
          <a:off x="0" y="0"/>
          <a:ext cx="0" cy="0"/>
          <a:chOff x="0" y="0"/>
          <a:chExt cx="0" cy="0"/>
        </a:xfrm>
      </p:grpSpPr>
      <p:sp>
        <p:nvSpPr>
          <p:cNvPr id="266" name="Google Shape;266;p29"/>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7" name="Google Shape;267;p2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68" name="Google Shape;268;p29"/>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69" name="Shape 269"/>
        <p:cNvGrpSpPr/>
        <p:nvPr/>
      </p:nvGrpSpPr>
      <p:grpSpPr>
        <a:xfrm>
          <a:off x="0" y="0"/>
          <a:ext cx="0" cy="0"/>
          <a:chOff x="0" y="0"/>
          <a:chExt cx="0" cy="0"/>
        </a:xfrm>
      </p:grpSpPr>
      <p:sp>
        <p:nvSpPr>
          <p:cNvPr id="270" name="Google Shape;270;p3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271" name="Shape 271"/>
        <p:cNvGrpSpPr/>
        <p:nvPr/>
      </p:nvGrpSpPr>
      <p:grpSpPr>
        <a:xfrm>
          <a:off x="0" y="0"/>
          <a:ext cx="0" cy="0"/>
          <a:chOff x="0" y="0"/>
          <a:chExt cx="0" cy="0"/>
        </a:xfrm>
      </p:grpSpPr>
      <p:sp>
        <p:nvSpPr>
          <p:cNvPr id="272" name="Google Shape;272;p31"/>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73" name="Google Shape;273;p3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274" name="Shape 274"/>
        <p:cNvGrpSpPr/>
        <p:nvPr/>
      </p:nvGrpSpPr>
      <p:grpSpPr>
        <a:xfrm>
          <a:off x="0" y="0"/>
          <a:ext cx="0" cy="0"/>
          <a:chOff x="0" y="0"/>
          <a:chExt cx="0" cy="0"/>
        </a:xfrm>
      </p:grpSpPr>
      <p:sp>
        <p:nvSpPr>
          <p:cNvPr id="275" name="Google Shape;275;p32"/>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276" name="Shape 276"/>
        <p:cNvGrpSpPr/>
        <p:nvPr/>
      </p:nvGrpSpPr>
      <p:grpSpPr>
        <a:xfrm>
          <a:off x="0" y="0"/>
          <a:ext cx="0" cy="0"/>
          <a:chOff x="0" y="0"/>
          <a:chExt cx="0" cy="0"/>
        </a:xfrm>
      </p:grpSpPr>
      <p:sp>
        <p:nvSpPr>
          <p:cNvPr id="277" name="Google Shape;277;p33"/>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78" name="Google Shape;278;p3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79" name="Google Shape;279;p3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280" name="Shape 280"/>
        <p:cNvGrpSpPr/>
        <p:nvPr/>
      </p:nvGrpSpPr>
      <p:grpSpPr>
        <a:xfrm>
          <a:off x="0" y="0"/>
          <a:ext cx="0" cy="0"/>
          <a:chOff x="0" y="0"/>
          <a:chExt cx="0" cy="0"/>
        </a:xfrm>
      </p:grpSpPr>
      <p:sp>
        <p:nvSpPr>
          <p:cNvPr id="281" name="Google Shape;281;p3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282" name="Shape 282"/>
        <p:cNvGrpSpPr/>
        <p:nvPr/>
      </p:nvGrpSpPr>
      <p:grpSpPr>
        <a:xfrm>
          <a:off x="0" y="0"/>
          <a:ext cx="0" cy="0"/>
          <a:chOff x="0" y="0"/>
          <a:chExt cx="0" cy="0"/>
        </a:xfrm>
      </p:grpSpPr>
      <p:sp>
        <p:nvSpPr>
          <p:cNvPr id="283" name="Google Shape;283;p35"/>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85"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286" name="Shape 286"/>
        <p:cNvGrpSpPr/>
        <p:nvPr/>
      </p:nvGrpSpPr>
      <p:grpSpPr>
        <a:xfrm>
          <a:off x="0" y="0"/>
          <a:ext cx="0" cy="0"/>
          <a:chOff x="0" y="0"/>
          <a:chExt cx="0" cy="0"/>
        </a:xfrm>
      </p:grpSpPr>
      <p:sp>
        <p:nvSpPr>
          <p:cNvPr id="287" name="Google Shape;287;p37"/>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8" name="Google Shape;288;p37"/>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89" name="Google Shape;289;p37"/>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0" name="Google Shape;290;p37"/>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1" name="Google Shape;291;p37"/>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2" name="Google Shape;292;p37"/>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293" name="Google Shape;293;p37"/>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294" name="Shape 294"/>
        <p:cNvGrpSpPr/>
        <p:nvPr/>
      </p:nvGrpSpPr>
      <p:grpSpPr>
        <a:xfrm>
          <a:off x="0" y="0"/>
          <a:ext cx="0" cy="0"/>
          <a:chOff x="0" y="0"/>
          <a:chExt cx="0" cy="0"/>
        </a:xfrm>
      </p:grpSpPr>
      <p:sp>
        <p:nvSpPr>
          <p:cNvPr id="295" name="Google Shape;295;p38"/>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6" name="Google Shape;296;p38"/>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297" name="Google Shape;297;p38"/>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298" name="Shape 298"/>
        <p:cNvGrpSpPr/>
        <p:nvPr/>
      </p:nvGrpSpPr>
      <p:grpSpPr>
        <a:xfrm>
          <a:off x="0" y="0"/>
          <a:ext cx="0" cy="0"/>
          <a:chOff x="0" y="0"/>
          <a:chExt cx="0" cy="0"/>
        </a:xfrm>
      </p:grpSpPr>
      <p:sp>
        <p:nvSpPr>
          <p:cNvPr id="299" name="Google Shape;299;p39"/>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00" name="Google Shape;300;p39"/>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1" name="Google Shape;301;p39"/>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2" name="Google Shape;302;p39"/>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3" name="Google Shape;303;p39"/>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04" name="Shape 304"/>
        <p:cNvGrpSpPr/>
        <p:nvPr/>
      </p:nvGrpSpPr>
      <p:grpSpPr>
        <a:xfrm>
          <a:off x="0" y="0"/>
          <a:ext cx="0" cy="0"/>
          <a:chOff x="0" y="0"/>
          <a:chExt cx="0" cy="0"/>
        </a:xfrm>
      </p:grpSpPr>
      <p:sp>
        <p:nvSpPr>
          <p:cNvPr id="305" name="Google Shape;305;p40"/>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6" name="Google Shape;306;p40"/>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07" name="Google Shape;307;p40"/>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08" name="Google Shape;308;p40"/>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09" name="Google Shape;309;p40"/>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0" name="Google Shape;310;p40"/>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1" name="Google Shape;311;p40"/>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12" name="Shape 312"/>
        <p:cNvGrpSpPr/>
        <p:nvPr/>
      </p:nvGrpSpPr>
      <p:grpSpPr>
        <a:xfrm>
          <a:off x="0" y="0"/>
          <a:ext cx="0" cy="0"/>
          <a:chOff x="0" y="0"/>
          <a:chExt cx="0" cy="0"/>
        </a:xfrm>
      </p:grpSpPr>
      <p:sp>
        <p:nvSpPr>
          <p:cNvPr id="313" name="Google Shape;313;p41"/>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4" name="Google Shape;314;p41"/>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5" name="Google Shape;315;p41"/>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6" name="Google Shape;316;p41"/>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7" name="Google Shape;317;p41"/>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18" name="Google Shape;318;p41"/>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19" name="Google Shape;319;p41"/>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0" name="Google Shape;320;p41"/>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21" name="Google Shape;321;p41"/>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22" name="Shape 322"/>
        <p:cNvGrpSpPr/>
        <p:nvPr/>
      </p:nvGrpSpPr>
      <p:grpSpPr>
        <a:xfrm>
          <a:off x="0" y="0"/>
          <a:ext cx="0" cy="0"/>
          <a:chOff x="0" y="0"/>
          <a:chExt cx="0" cy="0"/>
        </a:xfrm>
      </p:grpSpPr>
      <p:sp>
        <p:nvSpPr>
          <p:cNvPr id="323" name="Google Shape;323;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4" name="Google Shape;324;p42"/>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25" name="Shape 325"/>
        <p:cNvGrpSpPr/>
        <p:nvPr/>
      </p:nvGrpSpPr>
      <p:grpSpPr>
        <a:xfrm>
          <a:off x="0" y="0"/>
          <a:ext cx="0" cy="0"/>
          <a:chOff x="0" y="0"/>
          <a:chExt cx="0" cy="0"/>
        </a:xfrm>
      </p:grpSpPr>
      <p:sp>
        <p:nvSpPr>
          <p:cNvPr id="326" name="Google Shape;326;p43"/>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27" name="Google Shape;327;p43"/>
          <p:cNvSpPr/>
          <p:nvPr>
            <p:ph idx="2" type="pic"/>
          </p:nvPr>
        </p:nvSpPr>
        <p:spPr>
          <a:xfrm>
            <a:off x="4804825" y="1133300"/>
            <a:ext cx="4027500" cy="2392800"/>
          </a:xfrm>
          <a:prstGeom prst="rect">
            <a:avLst/>
          </a:prstGeom>
          <a:noFill/>
          <a:ln>
            <a:noFill/>
          </a:ln>
        </p:spPr>
      </p:sp>
      <p:sp>
        <p:nvSpPr>
          <p:cNvPr id="328" name="Google Shape;328;p43"/>
          <p:cNvSpPr/>
          <p:nvPr>
            <p:ph idx="3" type="pic"/>
          </p:nvPr>
        </p:nvSpPr>
        <p:spPr>
          <a:xfrm>
            <a:off x="311725" y="1133300"/>
            <a:ext cx="4027500" cy="2392800"/>
          </a:xfrm>
          <a:prstGeom prst="rect">
            <a:avLst/>
          </a:prstGeom>
          <a:noFill/>
          <a:ln>
            <a:noFill/>
          </a:ln>
        </p:spPr>
      </p:sp>
      <p:sp>
        <p:nvSpPr>
          <p:cNvPr id="329" name="Google Shape;329;p43"/>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0" name="Google Shape;330;p43"/>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1" name="Google Shape;331;p43"/>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32" name="Google Shape;332;p43"/>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33" name="Shape 333"/>
        <p:cNvGrpSpPr/>
        <p:nvPr/>
      </p:nvGrpSpPr>
      <p:grpSpPr>
        <a:xfrm>
          <a:off x="0" y="0"/>
          <a:ext cx="0" cy="0"/>
          <a:chOff x="0" y="0"/>
          <a:chExt cx="0" cy="0"/>
        </a:xfrm>
      </p:grpSpPr>
      <p:sp>
        <p:nvSpPr>
          <p:cNvPr id="334" name="Google Shape;334;p44"/>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5" name="Google Shape;335;p44"/>
          <p:cNvSpPr/>
          <p:nvPr>
            <p:ph idx="2" type="pic"/>
          </p:nvPr>
        </p:nvSpPr>
        <p:spPr>
          <a:xfrm>
            <a:off x="6205225" y="1128325"/>
            <a:ext cx="2627100" cy="2273100"/>
          </a:xfrm>
          <a:prstGeom prst="rect">
            <a:avLst/>
          </a:prstGeom>
          <a:noFill/>
          <a:ln>
            <a:noFill/>
          </a:ln>
        </p:spPr>
      </p:sp>
      <p:sp>
        <p:nvSpPr>
          <p:cNvPr id="336" name="Google Shape;336;p44"/>
          <p:cNvSpPr/>
          <p:nvPr>
            <p:ph idx="3" type="pic"/>
          </p:nvPr>
        </p:nvSpPr>
        <p:spPr>
          <a:xfrm>
            <a:off x="311725" y="1128325"/>
            <a:ext cx="2627100" cy="2273100"/>
          </a:xfrm>
          <a:prstGeom prst="rect">
            <a:avLst/>
          </a:prstGeom>
          <a:noFill/>
          <a:ln>
            <a:noFill/>
          </a:ln>
        </p:spPr>
      </p:sp>
      <p:sp>
        <p:nvSpPr>
          <p:cNvPr id="337" name="Google Shape;337;p44"/>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38" name="Google Shape;338;p44"/>
          <p:cNvSpPr/>
          <p:nvPr>
            <p:ph idx="5" type="pic"/>
          </p:nvPr>
        </p:nvSpPr>
        <p:spPr>
          <a:xfrm>
            <a:off x="3255250" y="1128325"/>
            <a:ext cx="2627100" cy="2273100"/>
          </a:xfrm>
          <a:prstGeom prst="rect">
            <a:avLst/>
          </a:prstGeom>
          <a:noFill/>
          <a:ln>
            <a:noFill/>
          </a:ln>
        </p:spPr>
      </p:sp>
      <p:sp>
        <p:nvSpPr>
          <p:cNvPr id="339" name="Google Shape;339;p44"/>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0" name="Google Shape;340;p4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44"/>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2" name="Google Shape;342;p44"/>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43" name="Google Shape;343;p44"/>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44" name="Shape 344"/>
        <p:cNvGrpSpPr/>
        <p:nvPr/>
      </p:nvGrpSpPr>
      <p:grpSpPr>
        <a:xfrm>
          <a:off x="0" y="0"/>
          <a:ext cx="0" cy="0"/>
          <a:chOff x="0" y="0"/>
          <a:chExt cx="0" cy="0"/>
        </a:xfrm>
      </p:grpSpPr>
      <p:sp>
        <p:nvSpPr>
          <p:cNvPr id="345" name="Google Shape;345;p45"/>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46" name="Shape 346"/>
        <p:cNvGrpSpPr/>
        <p:nvPr/>
      </p:nvGrpSpPr>
      <p:grpSpPr>
        <a:xfrm>
          <a:off x="0" y="0"/>
          <a:ext cx="0" cy="0"/>
          <a:chOff x="0" y="0"/>
          <a:chExt cx="0" cy="0"/>
        </a:xfrm>
      </p:grpSpPr>
      <p:sp>
        <p:nvSpPr>
          <p:cNvPr id="347" name="Google Shape;347;p46"/>
          <p:cNvSpPr/>
          <p:nvPr>
            <p:ph idx="2" type="pic"/>
          </p:nvPr>
        </p:nvSpPr>
        <p:spPr>
          <a:xfrm>
            <a:off x="3389600" y="118913"/>
            <a:ext cx="1643700" cy="1535100"/>
          </a:xfrm>
          <a:prstGeom prst="rect">
            <a:avLst/>
          </a:prstGeom>
          <a:noFill/>
          <a:ln>
            <a:noFill/>
          </a:ln>
        </p:spPr>
      </p:sp>
      <p:sp>
        <p:nvSpPr>
          <p:cNvPr id="348" name="Google Shape;348;p46"/>
          <p:cNvSpPr/>
          <p:nvPr>
            <p:ph idx="3" type="pic"/>
          </p:nvPr>
        </p:nvSpPr>
        <p:spPr>
          <a:xfrm>
            <a:off x="5195935" y="118913"/>
            <a:ext cx="1643700" cy="1535100"/>
          </a:xfrm>
          <a:prstGeom prst="rect">
            <a:avLst/>
          </a:prstGeom>
          <a:noFill/>
          <a:ln>
            <a:noFill/>
          </a:ln>
        </p:spPr>
      </p:sp>
      <p:sp>
        <p:nvSpPr>
          <p:cNvPr id="349" name="Google Shape;349;p46"/>
          <p:cNvSpPr/>
          <p:nvPr>
            <p:ph idx="4" type="pic"/>
          </p:nvPr>
        </p:nvSpPr>
        <p:spPr>
          <a:xfrm>
            <a:off x="7002270" y="118913"/>
            <a:ext cx="1643700" cy="1535100"/>
          </a:xfrm>
          <a:prstGeom prst="rect">
            <a:avLst/>
          </a:prstGeom>
          <a:noFill/>
          <a:ln>
            <a:noFill/>
          </a:ln>
        </p:spPr>
      </p:sp>
      <p:sp>
        <p:nvSpPr>
          <p:cNvPr id="350" name="Google Shape;350;p46"/>
          <p:cNvSpPr/>
          <p:nvPr>
            <p:ph idx="5" type="pic"/>
          </p:nvPr>
        </p:nvSpPr>
        <p:spPr>
          <a:xfrm>
            <a:off x="3389588" y="1804212"/>
            <a:ext cx="1643700" cy="1535100"/>
          </a:xfrm>
          <a:prstGeom prst="rect">
            <a:avLst/>
          </a:prstGeom>
          <a:noFill/>
          <a:ln>
            <a:noFill/>
          </a:ln>
        </p:spPr>
      </p:sp>
      <p:sp>
        <p:nvSpPr>
          <p:cNvPr id="351" name="Google Shape;351;p46"/>
          <p:cNvSpPr/>
          <p:nvPr>
            <p:ph idx="6" type="pic"/>
          </p:nvPr>
        </p:nvSpPr>
        <p:spPr>
          <a:xfrm>
            <a:off x="5195922" y="1804212"/>
            <a:ext cx="1643700" cy="1535100"/>
          </a:xfrm>
          <a:prstGeom prst="rect">
            <a:avLst/>
          </a:prstGeom>
          <a:noFill/>
          <a:ln>
            <a:noFill/>
          </a:ln>
        </p:spPr>
      </p:sp>
      <p:sp>
        <p:nvSpPr>
          <p:cNvPr id="352" name="Google Shape;352;p46"/>
          <p:cNvSpPr/>
          <p:nvPr>
            <p:ph idx="7" type="pic"/>
          </p:nvPr>
        </p:nvSpPr>
        <p:spPr>
          <a:xfrm>
            <a:off x="7002257" y="1804212"/>
            <a:ext cx="1643700" cy="1535100"/>
          </a:xfrm>
          <a:prstGeom prst="rect">
            <a:avLst/>
          </a:prstGeom>
          <a:noFill/>
          <a:ln>
            <a:noFill/>
          </a:ln>
        </p:spPr>
      </p:sp>
      <p:sp>
        <p:nvSpPr>
          <p:cNvPr id="353" name="Google Shape;353;p46"/>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4" name="Google Shape;354;p46"/>
          <p:cNvSpPr/>
          <p:nvPr>
            <p:ph idx="8" type="pic"/>
          </p:nvPr>
        </p:nvSpPr>
        <p:spPr>
          <a:xfrm>
            <a:off x="3389588" y="3489487"/>
            <a:ext cx="1643700" cy="1535100"/>
          </a:xfrm>
          <a:prstGeom prst="rect">
            <a:avLst/>
          </a:prstGeom>
          <a:noFill/>
          <a:ln>
            <a:noFill/>
          </a:ln>
        </p:spPr>
      </p:sp>
      <p:sp>
        <p:nvSpPr>
          <p:cNvPr id="355" name="Google Shape;355;p46"/>
          <p:cNvSpPr/>
          <p:nvPr>
            <p:ph idx="9" type="pic"/>
          </p:nvPr>
        </p:nvSpPr>
        <p:spPr>
          <a:xfrm>
            <a:off x="5195922" y="3489487"/>
            <a:ext cx="1643700" cy="1535100"/>
          </a:xfrm>
          <a:prstGeom prst="rect">
            <a:avLst/>
          </a:prstGeom>
          <a:noFill/>
          <a:ln>
            <a:noFill/>
          </a:ln>
        </p:spPr>
      </p:sp>
      <p:sp>
        <p:nvSpPr>
          <p:cNvPr id="356" name="Google Shape;356;p46"/>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22" Type="http://schemas.openxmlformats.org/officeDocument/2006/relationships/slideLayout" Target="../slideLayouts/slideLayout22.xml"/><Relationship Id="rId44" Type="http://schemas.openxmlformats.org/officeDocument/2006/relationships/slideLayout" Target="../slideLayouts/slideLayout44.xml"/><Relationship Id="rId21" Type="http://schemas.openxmlformats.org/officeDocument/2006/relationships/slideLayout" Target="../slideLayouts/slideLayout21.xml"/><Relationship Id="rId43" Type="http://schemas.openxmlformats.org/officeDocument/2006/relationships/slideLayout" Target="../slideLayouts/slideLayout43.xml"/><Relationship Id="rId24" Type="http://schemas.openxmlformats.org/officeDocument/2006/relationships/slideLayout" Target="../slideLayouts/slideLayout24.xml"/><Relationship Id="rId46" Type="http://schemas.openxmlformats.org/officeDocument/2006/relationships/theme" Target="../theme/theme2.xml"/><Relationship Id="rId23" Type="http://schemas.openxmlformats.org/officeDocument/2006/relationships/slideLayout" Target="../slideLayouts/slideLayout23.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7" name="Google Shape;7;p1"/>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8" name="Google Shape;8;p1"/>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0" name="Google Shape;10;p1"/>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1" name="Google Shape;11;p1"/>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12" name="Google Shape;12;p1"/>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cxnSp>
        <p:nvCxnSpPr>
          <p:cNvPr id="361" name="Google Shape;361;p47"/>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362" name="Google Shape;362;p47"/>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363" name="Google Shape;363;p4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64" name="Google Shape;364;p47"/>
          <p:cNvSpPr txBox="1"/>
          <p:nvPr>
            <p:ph type="title"/>
          </p:nvPr>
        </p:nvSpPr>
        <p:spPr>
          <a:xfrm>
            <a:off x="230525" y="230629"/>
            <a:ext cx="6683700" cy="7617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sz="2100">
                <a:solidFill>
                  <a:srgbClr val="1B1B1C"/>
                </a:solidFill>
                <a:latin typeface="Arial"/>
                <a:ea typeface="Arial"/>
                <a:cs typeface="Arial"/>
                <a:sym typeface="Arial"/>
              </a:rPr>
              <a:t>The Commute Crossings Rendezvous Network</a:t>
            </a:r>
            <a:endParaRPr/>
          </a:p>
        </p:txBody>
      </p:sp>
      <p:sp>
        <p:nvSpPr>
          <p:cNvPr id="365" name="Google Shape;365;p4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Company Name</a:t>
            </a:r>
            <a:endParaRPr/>
          </a:p>
        </p:txBody>
      </p:sp>
      <p:sp>
        <p:nvSpPr>
          <p:cNvPr id="366" name="Google Shape;366;p4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a:t>
            </a:r>
            <a:endParaRPr/>
          </a:p>
        </p:txBody>
      </p:sp>
      <p:sp>
        <p:nvSpPr>
          <p:cNvPr id="367" name="Google Shape;367;p47"/>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rPr lang="en"/>
              <a:t>This is your space for legal copy. State whether the information is confidential and how it's intended to be used.</a:t>
            </a:r>
            <a:endParaRPr/>
          </a:p>
        </p:txBody>
      </p:sp>
      <p:cxnSp>
        <p:nvCxnSpPr>
          <p:cNvPr id="368" name="Google Shape;368;p47"/>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pic>
        <p:nvPicPr>
          <p:cNvPr id="369" name="Google Shape;369;p47"/>
          <p:cNvPicPr preferRelativeResize="0"/>
          <p:nvPr/>
        </p:nvPicPr>
        <p:blipFill>
          <a:blip r:embed="rId3">
            <a:alphaModFix/>
          </a:blip>
          <a:stretch>
            <a:fillRect/>
          </a:stretch>
        </p:blipFill>
        <p:spPr>
          <a:xfrm>
            <a:off x="152400" y="1144729"/>
            <a:ext cx="8839204" cy="302121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4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48"/>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377" name="Google Shape;377;p48"/>
          <p:cNvSpPr txBox="1"/>
          <p:nvPr/>
        </p:nvSpPr>
        <p:spPr>
          <a:xfrm>
            <a:off x="337675" y="1075250"/>
            <a:ext cx="62856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303030"/>
                </a:solidFill>
                <a:highlight>
                  <a:srgbClr val="FFFFFF"/>
                </a:highlight>
              </a:rPr>
              <a:t>The Commute Crossings Rendezvous Network is a specialized platform designed to simplify peer-to-peer exchanges by identifying overlapping travel patterns. By tracking daily transit routes, the system connects individuals whose paths naturally intersect to facilitate the trading of goods and services. This initiative aims to foster a sustainable economy by promoting the reuse of items over the acquisition of new products. The architecture includes a backend database to analyze location data and a frontend simulation interface utilizing map interactions. Ultimately, the service transforms routine travel into opportunities for community sharing and environmental conservation.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3" name="Google Shape;383;p4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49"/>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385" name="Google Shape;385;p49"/>
          <p:cNvSpPr txBox="1"/>
          <p:nvPr/>
        </p:nvSpPr>
        <p:spPr>
          <a:xfrm>
            <a:off x="553900" y="285900"/>
            <a:ext cx="6957900" cy="43176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 </a:t>
            </a:r>
            <a:r>
              <a:rPr lang="en" sz="900">
                <a:solidFill>
                  <a:srgbClr val="A31515"/>
                </a:solidFill>
                <a:highlight>
                  <a:srgbClr val="FFFFFF"/>
                </a:highlight>
                <a:latin typeface="Courier New"/>
                <a:ea typeface="Courier New"/>
                <a:cs typeface="Courier New"/>
                <a:sym typeface="Courier New"/>
              </a:rPr>
              <a:t>"=== Ingest points for user 1234 ==="</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curl </a:t>
            </a:r>
            <a:r>
              <a:rPr lang="en" sz="900">
                <a:solidFill>
                  <a:srgbClr val="A31515"/>
                </a:solidFill>
                <a:highlight>
                  <a:srgbClr val="FFFFFF"/>
                </a:highlight>
                <a:latin typeface="Courier New"/>
                <a:ea typeface="Courier New"/>
                <a:cs typeface="Courier New"/>
                <a:sym typeface="Courier New"/>
              </a:rPr>
              <a:t>-s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-X</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POST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"$BASE/commutes/ingest"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-H</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"Content-Type: application/json"</a:t>
            </a:r>
            <a:r>
              <a:rPr lang="en" sz="900">
                <a:solidFill>
                  <a:schemeClr val="lt1"/>
                </a:solidFill>
                <a:highlight>
                  <a:srgbClr val="FFFFFF"/>
                </a:highlight>
                <a:latin typeface="Courier New"/>
                <a:ea typeface="Courier New"/>
                <a:cs typeface="Courier New"/>
                <a:sym typeface="Courier New"/>
              </a:rPr>
              <a:t>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-d</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'{"user_id":"1234","latitude":46.055,"longitude":14.505,"timestamp":"2026-05-16T08:00:00Z"}'</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curl </a:t>
            </a:r>
            <a:r>
              <a:rPr lang="en" sz="900">
                <a:solidFill>
                  <a:srgbClr val="A31515"/>
                </a:solidFill>
                <a:highlight>
                  <a:srgbClr val="FFFFFF"/>
                </a:highlight>
                <a:latin typeface="Courier New"/>
                <a:ea typeface="Courier New"/>
                <a:cs typeface="Courier New"/>
                <a:sym typeface="Courier New"/>
              </a:rPr>
              <a:t>-s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-X</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POST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"$BASE/commutes/ingest"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-H</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"Content-Type: application/json"</a:t>
            </a:r>
            <a:r>
              <a:rPr lang="en" sz="900">
                <a:solidFill>
                  <a:schemeClr val="lt1"/>
                </a:solidFill>
                <a:highlight>
                  <a:srgbClr val="FFFFFF"/>
                </a:highlight>
                <a:latin typeface="Courier New"/>
                <a:ea typeface="Courier New"/>
                <a:cs typeface="Courier New"/>
                <a:sym typeface="Courier New"/>
              </a:rPr>
              <a:t>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-d</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'{"user_id":"1234","latitude":46.060,"longitude":14.510,"timestamp":"2026-05-16T08:05:00Z"}'</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 </a:t>
            </a:r>
            <a:r>
              <a:rPr lang="en" sz="900">
                <a:solidFill>
                  <a:srgbClr val="A31515"/>
                </a:solidFill>
                <a:highlight>
                  <a:srgbClr val="FFFFFF"/>
                </a:highlight>
                <a:latin typeface="Courier New"/>
                <a:ea typeface="Courier New"/>
                <a:cs typeface="Courier New"/>
                <a:sym typeface="Courier New"/>
              </a:rPr>
              <a:t>"=== Ingest points for user 666 ==="</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curl </a:t>
            </a:r>
            <a:r>
              <a:rPr lang="en" sz="900">
                <a:solidFill>
                  <a:srgbClr val="A31515"/>
                </a:solidFill>
                <a:highlight>
                  <a:srgbClr val="FFFFFF"/>
                </a:highlight>
                <a:latin typeface="Courier New"/>
                <a:ea typeface="Courier New"/>
                <a:cs typeface="Courier New"/>
                <a:sym typeface="Courier New"/>
              </a:rPr>
              <a:t>-s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-X</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POST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"$BASE/commutes/ingest"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-H</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"Content-Type: application/json"</a:t>
            </a:r>
            <a:r>
              <a:rPr lang="en" sz="900">
                <a:solidFill>
                  <a:schemeClr val="lt1"/>
                </a:solidFill>
                <a:highlight>
                  <a:srgbClr val="FFFFFF"/>
                </a:highlight>
                <a:latin typeface="Courier New"/>
                <a:ea typeface="Courier New"/>
                <a:cs typeface="Courier New"/>
                <a:sym typeface="Courier New"/>
              </a:rPr>
              <a:t>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-d</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'{"user_id":"666","latitude":46.055,"longitude":14.505,"timestamp":"2026-05-16T17:00:00Z"}'</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curl </a:t>
            </a:r>
            <a:r>
              <a:rPr lang="en" sz="900">
                <a:solidFill>
                  <a:srgbClr val="A31515"/>
                </a:solidFill>
                <a:highlight>
                  <a:srgbClr val="FFFFFF"/>
                </a:highlight>
                <a:latin typeface="Courier New"/>
                <a:ea typeface="Courier New"/>
                <a:cs typeface="Courier New"/>
                <a:sym typeface="Courier New"/>
              </a:rPr>
              <a:t>-s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-X</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POST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"$BASE/commutes/ingest"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-H</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"Content-Type: application/json"</a:t>
            </a:r>
            <a:r>
              <a:rPr lang="en" sz="900">
                <a:solidFill>
                  <a:schemeClr val="lt1"/>
                </a:solidFill>
                <a:highlight>
                  <a:srgbClr val="FFFFFF"/>
                </a:highlight>
                <a:latin typeface="Courier New"/>
                <a:ea typeface="Courier New"/>
                <a:cs typeface="Courier New"/>
                <a:sym typeface="Courier New"/>
              </a:rPr>
              <a:t>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-d</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'{"user_id":"666","latitude":46.062,"longitude":14.508,"timestamp":"2026-05-16T17:05:00Z"}'</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echo </a:t>
            </a:r>
            <a:r>
              <a:rPr lang="en" sz="900">
                <a:solidFill>
                  <a:srgbClr val="A31515"/>
                </a:solidFill>
                <a:highlight>
                  <a:srgbClr val="FFFFFF"/>
                </a:highlight>
                <a:latin typeface="Courier New"/>
                <a:ea typeface="Courier New"/>
                <a:cs typeface="Courier New"/>
                <a:sym typeface="Courier New"/>
              </a:rPr>
              <a:t>"=== Check intersection ==="</a:t>
            </a:r>
            <a:endParaRPr sz="900">
              <a:solidFill>
                <a:srgbClr val="A31515"/>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curl </a:t>
            </a:r>
            <a:r>
              <a:rPr lang="en" sz="900">
                <a:solidFill>
                  <a:srgbClr val="A31515"/>
                </a:solidFill>
                <a:highlight>
                  <a:srgbClr val="FFFFFF"/>
                </a:highlight>
                <a:latin typeface="Courier New"/>
                <a:ea typeface="Courier New"/>
                <a:cs typeface="Courier New"/>
                <a:sym typeface="Courier New"/>
              </a:rPr>
              <a:t>-s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-X</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POST</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"$BASE/commutes/intersections"</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-H</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"Content-Type: application/json"</a:t>
            </a:r>
            <a:r>
              <a:rPr lang="en" sz="900">
                <a:solidFill>
                  <a:schemeClr val="lt1"/>
                </a:solidFill>
                <a:highlight>
                  <a:srgbClr val="FFFFFF"/>
                </a:highlight>
                <a:latin typeface="Courier New"/>
                <a:ea typeface="Courier New"/>
                <a:cs typeface="Courier New"/>
                <a:sym typeface="Courier New"/>
              </a:rPr>
              <a:t> \</a:t>
            </a:r>
            <a:endParaRPr sz="900">
              <a:solidFill>
                <a:schemeClr val="lt1"/>
              </a:solidFill>
              <a:highlight>
                <a:srgbClr val="FFFFFF"/>
              </a:highlight>
              <a:latin typeface="Courier New"/>
              <a:ea typeface="Courier New"/>
              <a:cs typeface="Courier New"/>
              <a:sym typeface="Courier New"/>
            </a:endParaRPr>
          </a:p>
          <a:p>
            <a:pPr indent="0" lvl="0" marL="0" rtl="0" algn="l">
              <a:lnSpc>
                <a:spcPct val="150000"/>
              </a:lnSpc>
              <a:spcBef>
                <a:spcPts val="0"/>
              </a:spcBef>
              <a:spcAft>
                <a:spcPts val="0"/>
              </a:spcAft>
              <a:buClr>
                <a:schemeClr val="lt1"/>
              </a:buClr>
              <a:buSzPts val="1100"/>
              <a:buFont typeface="Arial"/>
              <a:buNone/>
            </a:pP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-d</a:t>
            </a:r>
            <a:r>
              <a:rPr lang="en" sz="900">
                <a:solidFill>
                  <a:schemeClr val="lt1"/>
                </a:solidFill>
                <a:highlight>
                  <a:srgbClr val="FFFFFF"/>
                </a:highlight>
                <a:latin typeface="Courier New"/>
                <a:ea typeface="Courier New"/>
                <a:cs typeface="Courier New"/>
                <a:sym typeface="Courier New"/>
              </a:rPr>
              <a:t> </a:t>
            </a:r>
            <a:r>
              <a:rPr lang="en" sz="900">
                <a:solidFill>
                  <a:srgbClr val="A31515"/>
                </a:solidFill>
                <a:highlight>
                  <a:srgbClr val="FFFFFF"/>
                </a:highlight>
                <a:latin typeface="Courier New"/>
                <a:ea typeface="Courier New"/>
                <a:cs typeface="Courier New"/>
                <a:sym typeface="Courier New"/>
              </a:rPr>
              <a:t>'{</a:t>
            </a:r>
            <a:endParaRPr sz="900">
              <a:solidFill>
                <a:srgbClr val="A31515"/>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5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1" name="Google Shape;391;p5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50"/>
          <p:cNvSpPr txBox="1"/>
          <p:nvPr>
            <p:ph idx="4" type="title"/>
          </p:nvPr>
        </p:nvSpPr>
        <p:spPr>
          <a:xfrm>
            <a:off x="288625" y="4778975"/>
            <a:ext cx="4227300" cy="83100"/>
          </a:xfrm>
          <a:prstGeom prst="rect">
            <a:avLst/>
          </a:prstGeom>
        </p:spPr>
        <p:txBody>
          <a:bodyPr anchorCtr="0" anchor="ctr" bIns="0" lIns="0" spcFirstLastPara="1" rIns="0" wrap="square" tIns="0">
            <a:spAutoFit/>
          </a:bodyPr>
          <a:lstStyle/>
          <a:p>
            <a:pPr indent="0" lvl="0" marL="0" rtl="0" algn="l">
              <a:spcBef>
                <a:spcPts val="0"/>
              </a:spcBef>
              <a:spcAft>
                <a:spcPts val="0"/>
              </a:spcAft>
              <a:buNone/>
            </a:pPr>
            <a:r>
              <a:t/>
            </a:r>
            <a:endParaRPr/>
          </a:p>
        </p:txBody>
      </p:sp>
      <p:sp>
        <p:nvSpPr>
          <p:cNvPr id="393" name="Google Shape;393;p50"/>
          <p:cNvSpPr txBox="1"/>
          <p:nvPr/>
        </p:nvSpPr>
        <p:spPr>
          <a:xfrm>
            <a:off x="1252975" y="1021925"/>
            <a:ext cx="31857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Ingest points for user 1234 ===</a:t>
            </a:r>
            <a:endParaRPr/>
          </a:p>
          <a:p>
            <a:pPr indent="0" lvl="0" marL="0" rtl="0" algn="l">
              <a:spcBef>
                <a:spcPts val="0"/>
              </a:spcBef>
              <a:spcAft>
                <a:spcPts val="0"/>
              </a:spcAft>
              <a:buNone/>
            </a:pPr>
            <a:r>
              <a:rPr lang="en"/>
              <a:t>{"status": "success", "id": 66}</a:t>
            </a:r>
            <a:endParaRPr/>
          </a:p>
          <a:p>
            <a:pPr indent="0" lvl="0" marL="0" rtl="0" algn="l">
              <a:spcBef>
                <a:spcPts val="0"/>
              </a:spcBef>
              <a:spcAft>
                <a:spcPts val="0"/>
              </a:spcAft>
              <a:buNone/>
            </a:pPr>
            <a:r>
              <a:rPr lang="en"/>
              <a:t>{"status": "success", "id": 67}</a:t>
            </a:r>
            <a:endParaRPr/>
          </a:p>
          <a:p>
            <a:pPr indent="0" lvl="0" marL="0" rtl="0" algn="l">
              <a:spcBef>
                <a:spcPts val="0"/>
              </a:spcBef>
              <a:spcAft>
                <a:spcPts val="0"/>
              </a:spcAft>
              <a:buNone/>
            </a:pPr>
            <a:r>
              <a:rPr lang="en"/>
              <a:t>=== Ingest points for user 666 ===</a:t>
            </a:r>
            <a:endParaRPr/>
          </a:p>
          <a:p>
            <a:pPr indent="0" lvl="0" marL="0" rtl="0" algn="l">
              <a:spcBef>
                <a:spcPts val="0"/>
              </a:spcBef>
              <a:spcAft>
                <a:spcPts val="0"/>
              </a:spcAft>
              <a:buNone/>
            </a:pPr>
            <a:r>
              <a:rPr lang="en"/>
              <a:t>{"status": "success", "id": 68}</a:t>
            </a:r>
            <a:endParaRPr/>
          </a:p>
          <a:p>
            <a:pPr indent="0" lvl="0" marL="0" rtl="0" algn="l">
              <a:spcBef>
                <a:spcPts val="0"/>
              </a:spcBef>
              <a:spcAft>
                <a:spcPts val="0"/>
              </a:spcAft>
              <a:buNone/>
            </a:pPr>
            <a:r>
              <a:rPr lang="en"/>
              <a:t>{"status": "success", "id": 69}</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Check intersection ===</a:t>
            </a:r>
            <a:endParaRPr/>
          </a:p>
          <a:p>
            <a:pPr indent="0" lvl="0" marL="0" rtl="0" algn="l">
              <a:spcBef>
                <a:spcPts val="0"/>
              </a:spcBef>
              <a:spcAft>
                <a:spcPts val="0"/>
              </a:spcAft>
              <a:buNone/>
            </a:pPr>
            <a:r>
              <a:rPr lang="en"/>
              <a:t>{"shared_cells": ["891e1216ba7ffff"]}</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